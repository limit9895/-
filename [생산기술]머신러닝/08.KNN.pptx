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71" r:id="rId5"/>
    <p:sldId id="258" r:id="rId6"/>
    <p:sldId id="262" r:id="rId7"/>
    <p:sldId id="264" r:id="rId8"/>
    <p:sldId id="265" r:id="rId9"/>
    <p:sldId id="266" r:id="rId10"/>
    <p:sldId id="267" r:id="rId11"/>
    <p:sldId id="269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8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K-Nearest </a:t>
            </a:r>
            <a:r>
              <a:rPr lang="en-US" altLang="ko-KR" dirty="0" smtClean="0"/>
              <a:t>Neighbor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나의 선택은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4098" name="Picture 2" descr="Image result for ë¯¸êµ­ ì£¼ë³ ëì  ì§ì§ì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606" y="1696709"/>
            <a:ext cx="5444455" cy="450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25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선택은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122" name="Picture 2" descr="ë² ëí¤ëíì£¼íì´ - ì°ê·ì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975" y="1815770"/>
            <a:ext cx="7068859" cy="416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ë§í ì¬ë ì¼êµ´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18" t="7486" r="483" b="6202"/>
          <a:stretch/>
        </p:blipFill>
        <p:spPr bwMode="auto">
          <a:xfrm>
            <a:off x="6094730" y="3607265"/>
            <a:ext cx="603250" cy="139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ë§í ì¬ë ì¼êµ´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571" b="4036"/>
          <a:stretch/>
        </p:blipFill>
        <p:spPr bwMode="auto">
          <a:xfrm>
            <a:off x="1254007" y="3145871"/>
            <a:ext cx="909196" cy="21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ë§í ì¬ë ì¼êµ´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23" t="3707" r="23675" b="4257"/>
          <a:stretch/>
        </p:blipFill>
        <p:spPr bwMode="auto">
          <a:xfrm>
            <a:off x="4303552" y="3345501"/>
            <a:ext cx="802574" cy="1803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14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K-Nearest Neighbor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770077"/>
            <a:ext cx="817979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 K- Nearest Neighbor</a:t>
            </a:r>
            <a:r>
              <a:rPr lang="en-US" altLang="ko-KR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서로 가까운 점들은 유사하다는 가정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데이터셋에</a:t>
            </a:r>
            <a:r>
              <a:rPr lang="ko-KR" altLang="en-US" dirty="0" smtClean="0"/>
              <a:t> 내재된 패턴을 찾기 위해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전체를 </a:t>
            </a:r>
            <a:r>
              <a:rPr lang="ko-KR" altLang="en-US" dirty="0" err="1" smtClean="0"/>
              <a:t>봐야하지만</a:t>
            </a:r>
            <a:r>
              <a:rPr lang="en-US" altLang="ko-KR" dirty="0" smtClean="0"/>
              <a:t>, K-NN</a:t>
            </a:r>
            <a:r>
              <a:rPr lang="ko-KR" altLang="en-US" dirty="0" smtClean="0"/>
              <a:t>은 내 주변에 점만 확인하면 </a:t>
            </a:r>
            <a:r>
              <a:rPr lang="ko-KR" altLang="en-US" dirty="0" err="1" smtClean="0"/>
              <a:t>되기때문에</a:t>
            </a:r>
            <a:r>
              <a:rPr lang="ko-KR" altLang="en-US" dirty="0" smtClean="0"/>
              <a:t> 전체의 점을 볼 필요가 없음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  - K-NN</a:t>
            </a:r>
            <a:r>
              <a:rPr lang="ko-KR" altLang="en-US" dirty="0" smtClean="0"/>
              <a:t>은 특정 현상의 원인을 파악하는데 큰 도움을 주지는 않음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    </a:t>
            </a:r>
            <a:r>
              <a:rPr lang="en-US" altLang="ko-KR" dirty="0" smtClean="0"/>
              <a:t>ex : </a:t>
            </a:r>
            <a:r>
              <a:rPr lang="ko-KR" altLang="en-US" dirty="0" smtClean="0"/>
              <a:t>어떤 모델들은 나의 투표결과가 소득 수준이나 혼인 상태에 따라 판가름 된다고 알 수 있지만</a:t>
            </a:r>
            <a:r>
              <a:rPr lang="en-US" altLang="ko-KR" dirty="0" smtClean="0"/>
              <a:t>, K-NN</a:t>
            </a:r>
            <a:r>
              <a:rPr lang="ko-KR" altLang="en-US" dirty="0" smtClean="0"/>
              <a:t>은 왜 그렇게 결정되는지 알 수 없음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단순하고</a:t>
            </a:r>
            <a:r>
              <a:rPr lang="en-US" altLang="ko-KR" dirty="0" smtClean="0"/>
              <a:t> </a:t>
            </a:r>
            <a:r>
              <a:rPr lang="ko-KR" altLang="en-US" dirty="0" smtClean="0"/>
              <a:t>빠르며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효율적임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 smtClean="0"/>
              <a:t>- K</a:t>
            </a:r>
            <a:r>
              <a:rPr lang="ko-KR" altLang="en-US" dirty="0" smtClean="0"/>
              <a:t>값이 </a:t>
            </a:r>
            <a:r>
              <a:rPr lang="ko-KR" altLang="en-US" dirty="0" err="1" smtClean="0"/>
              <a:t>클때는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overfitting</a:t>
            </a:r>
            <a:r>
              <a:rPr lang="ko-KR" altLang="en-US" dirty="0" smtClean="0"/>
              <a:t>의 우려가 있으며</a:t>
            </a:r>
            <a:r>
              <a:rPr lang="en-US" altLang="ko-KR" dirty="0" smtClean="0"/>
              <a:t>, K</a:t>
            </a:r>
            <a:r>
              <a:rPr lang="ko-KR" altLang="en-US" dirty="0" smtClean="0"/>
              <a:t>값이 작을 때는 구조 파악이 어려운 단점이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84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60" y="2340745"/>
            <a:ext cx="6024237" cy="3696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5677" y="1837189"/>
            <a:ext cx="442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K : the Number of nearest neighbor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68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28650" y="1809330"/>
            <a:ext cx="81493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Gothic"/>
              </a:rPr>
              <a:t>기존 데이터 중 가장 유사한 </a:t>
            </a:r>
            <a:r>
              <a:rPr lang="en-US" altLang="ko-KR" dirty="0">
                <a:solidFill>
                  <a:srgbClr val="000000"/>
                </a:solidFill>
                <a:latin typeface="Gothic"/>
              </a:rPr>
              <a:t>k</a:t>
            </a:r>
            <a:r>
              <a:rPr lang="ko-KR" altLang="en-US" dirty="0">
                <a:solidFill>
                  <a:srgbClr val="000000"/>
                </a:solidFill>
                <a:latin typeface="Gothic"/>
              </a:rPr>
              <a:t>개의 데이터를 이용해서 새로운 데이터를 </a:t>
            </a:r>
            <a:r>
              <a:rPr lang="ko-KR" altLang="en-US" dirty="0" smtClean="0">
                <a:solidFill>
                  <a:srgbClr val="000000"/>
                </a:solidFill>
                <a:latin typeface="Gothic"/>
              </a:rPr>
              <a:t>예측</a:t>
            </a:r>
            <a:endParaRPr lang="ko-KR" altLang="en-US" dirty="0"/>
          </a:p>
        </p:txBody>
      </p:sp>
      <p:pic>
        <p:nvPicPr>
          <p:cNvPr id="1026" name="Picture 2" descr="http://cfile25.uf.tistory.com/image/235FFE385927EE4B0B1A1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462" y="2413554"/>
            <a:ext cx="4425076" cy="371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75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pic>
        <p:nvPicPr>
          <p:cNvPr id="2050" name="Picture 2" descr="http://cfile5.uf.tistory.com/image/2465FA445927EECC237C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860" y="3408028"/>
            <a:ext cx="5356611" cy="252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859871" y="1850923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000" dirty="0" smtClean="0"/>
              <a:t>Class of Distance 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 smtClean="0"/>
              <a:t>Euclidean Distance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 err="1" smtClean="0"/>
              <a:t>Mahallanobis</a:t>
            </a:r>
            <a:r>
              <a:rPr lang="en-US" altLang="ko-KR" sz="2000" dirty="0" smtClean="0"/>
              <a:t> Distance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 smtClean="0"/>
              <a:t>Manhattan Distance </a:t>
            </a:r>
            <a:r>
              <a:rPr lang="en-US" altLang="ko-KR" sz="2000" dirty="0"/>
              <a:t>    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9902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pic>
        <p:nvPicPr>
          <p:cNvPr id="3074" name="Picture 2" descr="http://cfile28.uf.tistory.com/image/2277144959119BF12138F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52" y="2339479"/>
            <a:ext cx="731520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206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pic>
        <p:nvPicPr>
          <p:cNvPr id="4098" name="Picture 2" descr="http://cfile30.uf.tistory.com/image/216FF74F5911ACFB1F27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66" y="2561328"/>
            <a:ext cx="7239175" cy="271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40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pic>
        <p:nvPicPr>
          <p:cNvPr id="5122" name="Picture 2" descr="http://cfile25.uf.tistory.com/image/254B6F4E5911B4D13224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31" y="2283660"/>
            <a:ext cx="7897565" cy="299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856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K-Nearest Neighbor</a:t>
            </a:r>
            <a:endParaRPr lang="ko-KR" altLang="en-US" dirty="0"/>
          </a:p>
        </p:txBody>
      </p:sp>
      <p:pic>
        <p:nvPicPr>
          <p:cNvPr id="7170" name="Picture 2" descr="http://cfile5.uf.tistory.com/image/21424F485911CCF81D97B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22" y="2236997"/>
            <a:ext cx="7927596" cy="336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78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3333</TotalTime>
  <Words>154</Words>
  <Application>Microsoft Office PowerPoint</Application>
  <PresentationFormat>화면 슬라이드 쇼(4:3)</PresentationFormat>
  <Paragraphs>26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Gothic</vt:lpstr>
      <vt:lpstr>맑은 고딕</vt:lpstr>
      <vt:lpstr>Arial</vt:lpstr>
      <vt:lpstr>Office 테마</vt:lpstr>
      <vt:lpstr>K-Nearest Neighbor</vt:lpstr>
      <vt:lpstr>나의 선택은?</vt:lpstr>
      <vt:lpstr>나의 선택은?</vt:lpstr>
      <vt:lpstr>K-Nearest Neighbor</vt:lpstr>
      <vt:lpstr>K-Nearest Neighbor</vt:lpstr>
      <vt:lpstr>K-Nearest Neighbor</vt:lpstr>
      <vt:lpstr>K-Nearest Neighbor</vt:lpstr>
      <vt:lpstr>K-Nearest Neighbor</vt:lpstr>
      <vt:lpstr>K-Nearest Neighbor</vt:lpstr>
      <vt:lpstr>K-Nearest Neighbor</vt:lpstr>
      <vt:lpstr>K-Nearest Neighbor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user</cp:lastModifiedBy>
  <cp:revision>538</cp:revision>
  <dcterms:created xsi:type="dcterms:W3CDTF">2016-09-05T08:32:33Z</dcterms:created>
  <dcterms:modified xsi:type="dcterms:W3CDTF">2018-08-07T14:43:11Z</dcterms:modified>
</cp:coreProperties>
</file>