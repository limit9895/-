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309" r:id="rId22"/>
    <p:sldId id="30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08" r:id="rId38"/>
    <p:sldId id="294" r:id="rId39"/>
    <p:sldId id="295" r:id="rId40"/>
    <p:sldId id="296" r:id="rId4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2019-02-07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 smtClean="0"/>
              <a:t>파이썬</a:t>
            </a:r>
            <a:r>
              <a:rPr lang="ko-KR" altLang="en-US" dirty="0" smtClean="0"/>
              <a:t> </a:t>
            </a:r>
            <a:r>
              <a:rPr lang="en-US" altLang="ko-KR" smtClean="0"/>
              <a:t>Ⅱ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리스트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508117" y="1696494"/>
            <a:ext cx="8367435" cy="43351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개념</a:t>
            </a: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Tip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C/C++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 자바 같은 프로그래밍 언어에는 리스트가 없음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리스트와 비슷한 개념인 배열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(Array)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사용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리스트는 정수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문자열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실수 등 서로 다른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데이터형도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하나로 묶을 수 있지만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배열은 동일한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데이터형만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묶을 수 있다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정수 배열은 정수로만 묶어서 사용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190" y="2562782"/>
            <a:ext cx="4737557" cy="257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69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32617" y="1637771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필요성</a:t>
            </a: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a, b, c, d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라는 정수형 변수 선언 후 이 변수에 값을 입력받고 합계 출력하는 프로그램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7" b="35221"/>
          <a:stretch/>
        </p:blipFill>
        <p:spPr bwMode="auto">
          <a:xfrm>
            <a:off x="1089525" y="2575422"/>
            <a:ext cx="7425825" cy="2877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57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80006" y="1662938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리스트를 생성하는 방법</a:t>
            </a: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59" y="2022978"/>
            <a:ext cx="8100900" cy="588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67" y="3418133"/>
            <a:ext cx="67151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59" y="2698053"/>
            <a:ext cx="8100900" cy="541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15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7" b="36186"/>
          <a:stretch/>
        </p:blipFill>
        <p:spPr bwMode="auto">
          <a:xfrm>
            <a:off x="782400" y="2021746"/>
            <a:ext cx="7920880" cy="3070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4202780" y="2250375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aa=[0, 0, 0, 0]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으로 항목이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4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개 있는 리스트 생성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4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a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대신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aa[0]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을 사용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5~7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리스트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를 사용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9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각 변수 대신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aa[0]+aa[1]+aa[2]+aa[3]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으로 수정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3487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49394" y="1587437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일반적인 사용</a:t>
            </a:r>
            <a:endParaRPr kumimoji="0" lang="en-US" altLang="ko-KR" sz="2000" b="1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빈 리스트의 생성과 항목 추가 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81"/>
          <a:stretch/>
        </p:blipFill>
        <p:spPr bwMode="auto">
          <a:xfrm>
            <a:off x="1042458" y="2352522"/>
            <a:ext cx="3101703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29"/>
          <a:stretch/>
        </p:blipFill>
        <p:spPr bwMode="auto">
          <a:xfrm>
            <a:off x="4572000" y="2352522"/>
            <a:ext cx="308131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45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리스트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65504" y="1771995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첨자가 순서대로 변할 수 있도록 반복문과 함께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" b="9801"/>
          <a:stretch/>
        </p:blipFill>
        <p:spPr bwMode="auto">
          <a:xfrm>
            <a:off x="1367361" y="2301599"/>
            <a:ext cx="5813616" cy="291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196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49394" y="1721661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생성과 초기화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리스트 생성 코드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53" y="2486746"/>
            <a:ext cx="71310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4012788" y="2603417"/>
            <a:ext cx="40054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➊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빈 리스트 생성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➋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정수로만 구성된 리스트 생성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➌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문자열로만 구성된 리스트 생성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➍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다양한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데이터형을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섞어 리스트 생성</a:t>
            </a:r>
          </a:p>
        </p:txBody>
      </p:sp>
    </p:spTree>
    <p:extLst>
      <p:ext uri="{BB962C8B-B14F-4D97-AF65-F5344CB8AC3E}">
        <p14:creationId xmlns:p14="http://schemas.microsoft.com/office/powerpoint/2010/main" val="357378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리스트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57116" y="159582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 값에 접근하는 다양한 방법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음수값으로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접근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리스트에 접근할 때 콜론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(:)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사용해 범위를 지정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	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68" y="2405916"/>
            <a:ext cx="7266853" cy="1431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470460" y="34860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aa[-4]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까지 접근되므로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aa[-5]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는 오류 발생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200" y="4358569"/>
            <a:ext cx="7251821" cy="1952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45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562271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콜론의 앞이나 뒤 숫자 생략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리스트끼리 덧셈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곱셈 연산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70" y="1967315"/>
            <a:ext cx="6835746" cy="1837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70" y="4271065"/>
            <a:ext cx="6835746" cy="2031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30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80006" y="1646160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리스트의 항목 건너뛰며 추출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65" y="2051205"/>
            <a:ext cx="8057810" cy="27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21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99061" y="1579048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 값의 변경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번째에 위치한 값을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 변경하는 방법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번째 값 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200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이라는 값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개로 변경하는 방법</a:t>
            </a: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20" y="2389138"/>
            <a:ext cx="7181812" cy="164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20" y="4458682"/>
            <a:ext cx="7181813" cy="1672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8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64837" y="1612604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aa[1:2]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대신 그냥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aa[1]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사용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번째인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aa[1]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항목 삭제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91" y="1972644"/>
            <a:ext cx="8111246" cy="1890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76" y="4447919"/>
            <a:ext cx="8104561" cy="187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014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562271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번째인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aa[1]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서 네 번째인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aa[3]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삭제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 자체를 삭제하는 방법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64" y="1967316"/>
            <a:ext cx="7090463" cy="165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79" y="4031023"/>
            <a:ext cx="7090348" cy="21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93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3"/>
          <a:stretch/>
        </p:blipFill>
        <p:spPr bwMode="auto">
          <a:xfrm>
            <a:off x="728215" y="1651126"/>
            <a:ext cx="6301760" cy="4636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66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2"/>
          <a:stretch/>
        </p:blipFill>
        <p:spPr bwMode="auto">
          <a:xfrm>
            <a:off x="737395" y="1646084"/>
            <a:ext cx="6519082" cy="460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450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54" y="1614007"/>
            <a:ext cx="6500035" cy="458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47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80006" y="1620993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기존 리스트는 변경하지 않고 정렬된 새로운 리스트 생성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65" y="2026038"/>
            <a:ext cx="8055895" cy="242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009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99728" y="1603864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차원 리스트의 개념</a:t>
            </a: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차원 리스트를 여러 개 연결한 것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첨자를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 사용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92"/>
          <a:stretch/>
        </p:blipFill>
        <p:spPr bwMode="auto">
          <a:xfrm>
            <a:off x="1129408" y="2492516"/>
            <a:ext cx="4775758" cy="135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18"/>
          <a:stretch/>
        </p:blipFill>
        <p:spPr bwMode="auto">
          <a:xfrm>
            <a:off x="1096992" y="4019095"/>
            <a:ext cx="7769466" cy="196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836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281615" y="1671327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불규칙한 크기의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차원 리스트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14"/>
          <a:stretch/>
        </p:blipFill>
        <p:spPr bwMode="auto">
          <a:xfrm>
            <a:off x="874680" y="2121377"/>
            <a:ext cx="6750750" cy="300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685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numpy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2050" name="Picture 2" descr="Image result for nump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2" b="6202"/>
          <a:stretch/>
        </p:blipFill>
        <p:spPr bwMode="auto">
          <a:xfrm>
            <a:off x="871931" y="1988192"/>
            <a:ext cx="3810000" cy="161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1931" y="3800212"/>
            <a:ext cx="6350466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선형대수</a:t>
            </a:r>
            <a:r>
              <a:rPr lang="en-US" altLang="ko-KR" dirty="0"/>
              <a:t> </a:t>
            </a:r>
            <a:r>
              <a:rPr lang="ko-KR" altLang="en-US" dirty="0" smtClean="0"/>
              <a:t>연산</a:t>
            </a:r>
            <a:r>
              <a:rPr lang="en-US" altLang="ko-KR" dirty="0" smtClean="0"/>
              <a:t>(</a:t>
            </a:r>
            <a:r>
              <a:rPr lang="ko-KR" altLang="en-US" dirty="0" smtClean="0"/>
              <a:t>배열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행렬등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효과적인 함수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List </a:t>
            </a:r>
            <a:r>
              <a:rPr lang="ko-KR" altLang="en-US" dirty="0" smtClean="0"/>
              <a:t>구조와 유사하지만 처리속도가 훨씬 빠름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주로 수학</a:t>
            </a:r>
            <a:r>
              <a:rPr lang="en-US" altLang="ko-KR" dirty="0" smtClean="0"/>
              <a:t>/</a:t>
            </a:r>
            <a:r>
              <a:rPr lang="ko-KR" altLang="en-US" dirty="0" smtClean="0"/>
              <a:t>통계적인 연산을 </a:t>
            </a:r>
            <a:r>
              <a:rPr lang="ko-KR" altLang="en-US" dirty="0" err="1" smtClean="0"/>
              <a:t>할때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주소 사용함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692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튜플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24228" y="1662938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튜플의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생성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리스트는 대괄호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[]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생성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튜플은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소괄호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생성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튜플은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값을 수정할 수 없으며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읽기만 가능해 읽기 전용 자료를 저장할 때 사용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3662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48" y="2833068"/>
            <a:ext cx="7036513" cy="1620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059" y="4223203"/>
            <a:ext cx="37719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튜플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24228" y="1662938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튜플의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생성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튜플은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소괄호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생략 가능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항목이 하나인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튜플은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tt5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tt6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처럼 뒤에 쉼표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(,)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붙임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39" y="2671826"/>
            <a:ext cx="7036512" cy="257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646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99061" y="1629382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튜플의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사용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항목에 접근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범위에 접근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9" y="2394468"/>
            <a:ext cx="6403167" cy="171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8" y="4389589"/>
            <a:ext cx="6403167" cy="190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13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튜플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59582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튜플의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덧셈 및 곱셈 연산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35" y="2045085"/>
            <a:ext cx="7875875" cy="2068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31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딕셔너리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73894" y="1730050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 개념</a:t>
            </a:r>
            <a:endParaRPr kumimoji="0" lang="en-US" altLang="ko-KR" sz="2000" b="1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쌍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개가 하나로 묶인 자료구조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20725" marR="0" lvl="2" indent="-1857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4BACC6">
                  <a:lumMod val="5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 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apple:</a:t>
            </a:r>
            <a:r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사과’처럼 의미 있는 두 값을 연결해 구성</a:t>
            </a:r>
            <a:endParaRPr kumimoji="0" lang="en-US" altLang="ko-KR" sz="14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Tip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프로그래밍 언어에서는 해시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(Hash),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연관 배열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(Associative Array)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 함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중괄호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{}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묶어 구성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(Key)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값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(Value)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쌍으로 구성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30" y="3567611"/>
            <a:ext cx="8149627" cy="515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933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91340" y="159582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생성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32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키와 값을 반대로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20725" marR="0" lvl="2" indent="-1857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4BACC6">
                  <a:lumMod val="5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키와 값은 사용자가 지정하는 것이지 규정은 없음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720725" marR="0" lvl="2" indent="-1857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4BACC6">
                  <a:lumMod val="5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주의할 점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딕셔너리에는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순서가 없어 생성한 순서대로 </a:t>
            </a: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딕셔너리가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구성되어 있다는 보장 없음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0" y="1992041"/>
            <a:ext cx="7412166" cy="144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0" y="3934609"/>
            <a:ext cx="7412166" cy="144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052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80006" y="1671327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여러 정보의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표현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student1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 연락 처 추가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3662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97"/>
          <a:stretch/>
        </p:blipFill>
        <p:spPr bwMode="auto">
          <a:xfrm>
            <a:off x="858875" y="2176877"/>
            <a:ext cx="2340260" cy="1564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36"/>
          <a:stretch/>
        </p:blipFill>
        <p:spPr bwMode="auto">
          <a:xfrm>
            <a:off x="3455278" y="2186684"/>
            <a:ext cx="5143437" cy="147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85" y="4506306"/>
            <a:ext cx="7430030" cy="1459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12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713272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학과 수정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student1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학과 삭제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3662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36" y="2073311"/>
            <a:ext cx="7970624" cy="1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36" y="4188546"/>
            <a:ext cx="7970624" cy="1587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73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32616" y="1636593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사용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키로 값에 접근하는 코드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.get(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함수를 사용해 키로 값에 접근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3662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46" y="2411126"/>
            <a:ext cx="7366299" cy="216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36" y="4981577"/>
            <a:ext cx="7330509" cy="123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21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67971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.get(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결과 같음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없는 키 호출하면 오류 나지만 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.get(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없는 키를 호출하면 아무것도 반환하지 않음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없는 키를 찾을 때 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.get(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사용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.keys()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딕셔너리의 모든 키 반환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3662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37" y="3125336"/>
            <a:ext cx="8035423" cy="7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37" y="4470026"/>
            <a:ext cx="8035423" cy="1356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31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67971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출력 결과의 </a:t>
            </a:r>
            <a:r>
              <a:rPr kumimoji="0" lang="en-US" altLang="ko-K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dict_keys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보기 싫으면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list(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.keys())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 사용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.values()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함수는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모든 값을 리스트로 만들어 반환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.values()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함수도 출력 결과의 </a:t>
            </a:r>
            <a:r>
              <a:rPr kumimoji="0" lang="en-US" altLang="ko-KR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dict_values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보기 싫으면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list(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.values())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 사용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73" y="2129766"/>
            <a:ext cx="8151464" cy="136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73" y="4741739"/>
            <a:ext cx="8151464" cy="135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237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180006" y="1637771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딕셔너리명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.items()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함수를 사용하면 튜플 형태로도 구할 수 있음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 안에 해당 키가 있는지 없는지는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사용해 확인</a:t>
            </a:r>
            <a:endParaRPr kumimoji="0" lang="en-US" altLang="ko-KR" sz="1600" b="0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딕셔너리에 키가 있다면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반환하고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없다면 </a:t>
            </a:r>
            <a:r>
              <a:rPr kumimoji="0" lang="en-US" altLang="ko-KR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False</a:t>
            </a: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반환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55" y="2130042"/>
            <a:ext cx="7929190" cy="1320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55" y="4367089"/>
            <a:ext cx="7929190" cy="183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081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1072" y="1595826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활용해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모든 값을 출력하는 코드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 bwMode="auto">
          <a:xfrm>
            <a:off x="628650" y="1954635"/>
            <a:ext cx="7810675" cy="4191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3711082" y="2392197"/>
            <a:ext cx="24117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빈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딕셔너리를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준비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936107" y="3141427"/>
            <a:ext cx="32853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3~6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쌍을 만들어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딕셔너리에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추가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521172" y="4237403"/>
            <a:ext cx="25652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8~9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모든 키와 값을 출력</a:t>
            </a:r>
          </a:p>
        </p:txBody>
      </p:sp>
    </p:spTree>
    <p:extLst>
      <p:ext uri="{BB962C8B-B14F-4D97-AF65-F5344CB8AC3E}">
        <p14:creationId xmlns:p14="http://schemas.microsoft.com/office/powerpoint/2010/main" val="345150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65504" y="1654549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 정렬</a:t>
            </a:r>
            <a:endParaRPr kumimoji="0" lang="en-US" altLang="ko-KR" sz="2000" b="1" i="0" u="none" strike="noStrike" kern="120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키로 정렬한 후 딕셔너리 추출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9"/>
          <a:stretch/>
        </p:blipFill>
        <p:spPr bwMode="auto">
          <a:xfrm>
            <a:off x="857739" y="2760704"/>
            <a:ext cx="7428521" cy="3457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4018908" y="2448307"/>
            <a:ext cx="47520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6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행의 </a:t>
            </a:r>
            <a:r>
              <a:rPr kumimoji="0" lang="en-US" altLang="ko-KR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operator.itemgetter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()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함수를 사용하려고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행에서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operator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를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임포트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3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빈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딕셔너리와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리스트를 준비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5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딕셔너리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작성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6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행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키를 기준으로 </a:t>
            </a:r>
            <a:r>
              <a:rPr kumimoji="0" lang="ko-KR" altLang="en-US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딕셔너리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정렬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261607" y="4588778"/>
            <a:ext cx="22230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39779" y="4681057"/>
            <a:ext cx="324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키가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번째인지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번째인지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660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세트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24227" y="1688105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세트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키만 모아 놓은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특수한 형태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키는 중복되면 안 되므로 세트에 들어 있는 값은 항상 유일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세트를 생성하려면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딕셔너리처럼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중괄호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{ }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사용하지만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없이 값을 입력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중복된 키는 자동으로 하나만 남음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46" y="3533310"/>
            <a:ext cx="8055895" cy="167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603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세트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24227" y="1688105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세트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판매된 물품의 전체 수량이 아닌 종류만 파악하고 싶을 때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55" y="2606402"/>
            <a:ext cx="8055895" cy="156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10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39670" y="1612604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두 세트 사이의 교집합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합집합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차집합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대칭 </a:t>
            </a: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차집합을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구할 때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57188" marR="0" lvl="1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69" y="2017649"/>
            <a:ext cx="7337775" cy="3182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58" b="295"/>
          <a:stretch/>
        </p:blipFill>
        <p:spPr bwMode="auto">
          <a:xfrm>
            <a:off x="3809082" y="2506525"/>
            <a:ext cx="4244349" cy="119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왼쪽/오른쪽 화살표 2"/>
          <p:cNvSpPr/>
          <p:nvPr/>
        </p:nvSpPr>
        <p:spPr>
          <a:xfrm>
            <a:off x="3359624" y="2977200"/>
            <a:ext cx="352818" cy="25167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57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컴프리헨션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57116" y="1671327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marR="0" lvl="0" indent="-261938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컴프리헨션</a:t>
            </a:r>
            <a:endParaRPr kumimoji="0" lang="en-US" altLang="ko-KR" sz="20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값이 순차적인 리스트를 한 줄로 만드는 간단한 방법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부터 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저장된 리스트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컴프리헨션으로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작성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2720952"/>
            <a:ext cx="6575454" cy="17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4752273"/>
            <a:ext cx="6575454" cy="131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92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컴프리헨션</a:t>
            </a:r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80006" y="1662938"/>
            <a:ext cx="8963994" cy="5669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컴프리헨션의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구성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1~5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제곱으로 구성된 리스트</a:t>
            </a: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534988" marR="0" lvl="1" indent="-17780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0504D">
                  <a:lumMod val="60000"/>
                  <a:lumOff val="40000"/>
                </a:srgb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05" y="2112988"/>
            <a:ext cx="7955145" cy="533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05" y="3058093"/>
            <a:ext cx="7955145" cy="1550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88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2728</TotalTime>
  <Words>838</Words>
  <Application>Microsoft Office PowerPoint</Application>
  <PresentationFormat>화면 슬라이드 쇼(4:3)</PresentationFormat>
  <Paragraphs>282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Arial</vt:lpstr>
      <vt:lpstr>Wingdings</vt:lpstr>
      <vt:lpstr>Office 테마</vt:lpstr>
      <vt:lpstr>파이썬 Ⅱ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리스트</vt:lpstr>
      <vt:lpstr>참고 : numpy?</vt:lpstr>
      <vt:lpstr>튜플</vt:lpstr>
      <vt:lpstr>튜플</vt:lpstr>
      <vt:lpstr>튜플</vt:lpstr>
      <vt:lpstr>튜플</vt:lpstr>
      <vt:lpstr>딕셔너리</vt:lpstr>
      <vt:lpstr>딕셔너리</vt:lpstr>
      <vt:lpstr>딕셔너리</vt:lpstr>
      <vt:lpstr>딕셔너리</vt:lpstr>
      <vt:lpstr>딕셔너리</vt:lpstr>
      <vt:lpstr>딕셔너리</vt:lpstr>
      <vt:lpstr>딕셔너리</vt:lpstr>
      <vt:lpstr>딕셔너리</vt:lpstr>
      <vt:lpstr>딕셔너리</vt:lpstr>
      <vt:lpstr>딕셔너리</vt:lpstr>
      <vt:lpstr>세트</vt:lpstr>
      <vt:lpstr>세트</vt:lpstr>
      <vt:lpstr>세트</vt:lpstr>
      <vt:lpstr>컴프리헨션</vt:lpstr>
      <vt:lpstr>컴프리헨션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403</cp:revision>
  <dcterms:created xsi:type="dcterms:W3CDTF">2016-09-05T08:32:33Z</dcterms:created>
  <dcterms:modified xsi:type="dcterms:W3CDTF">2019-02-07T02:51:47Z</dcterms:modified>
</cp:coreProperties>
</file>